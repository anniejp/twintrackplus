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377440"/>
            <a:ext cx="109728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TwinTrack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0E0EF"/>
                </a:solidFill>
              </a:rPr>
              <a:t>Digital Twin Economic Simulator for Small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86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D1B2A"/>
                </a:solidFill>
              </a:rPr>
              <a:t>WEHack UTD  ·  Capital One Track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64592" cy="5760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Every decision is a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2194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B4D8"/>
                </a:solidFill>
              </a:rPr>
              <a:t>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of small business failures are linked
to poor financial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No sandbox to test: "What if I raise prices 15%?"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No way to model: "Should I open a second location?"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No data on: "Which audience should I target?"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Enterprise tools (Anaplan, PharmaComp) are out of reach — 6-figure licenses, months of setup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Small business owners are flying blind on decisions that could end their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64592" cy="5760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 risk-free sandbox for your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Register your business as a Digital Twin —
a live structured snapshot of your financials,
costs, and sales profile.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2A"/>
                </a:solidFill>
              </a:rPr>
              <a:t>Then simulate any decision before it costs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76072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10972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Pricing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874519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Raise or lower average price — demand modelled via CPI-derived elasticity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880360"/>
            <a:ext cx="576072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2880360"/>
            <a:ext cx="10972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971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Audience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3832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Target a new demographic — ticket size, footfall, and marketing costs modelled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389120"/>
            <a:ext cx="5760720" cy="1371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4389120"/>
            <a:ext cx="109728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4805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Franchise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8920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Open new locations — upfront costs amortized over 36 months with break-even projection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Four-stage pipeline. One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6517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65176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Live Data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FRED · BLS · BEA · Census · NewsData.io
Date-keyed cache prevents redundant API calls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517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65176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D8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Market Snapshot (MS)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8036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Claude Haiku resolves NAICS + MSA codes
Computes CPI elasticity, sentiment, ARIMA 12-mo forecasts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26517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265176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Simulation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8036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IP1 (control) vs IP2 (experiment)
Fixed/variable cost split · franchise amortization · audience modelling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371600"/>
            <a:ext cx="26517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371600"/>
            <a:ext cx="265176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5087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D8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86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Results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88036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OP1 vs OP2: revenue, margin, footfall delta
Confidence score · sentiment ribbon · plain-English verdict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2004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2004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2004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Lightweight. Fast. Production-ready.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0972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React 19 + Vite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463039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Component-driven SPA — no router, minimal overhead, sub-600ms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50008"/>
            <a:ext cx="11430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350008"/>
            <a:ext cx="10972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957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7977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Python ThreadingHTTPServer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48716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Zero-framework REST API — concurrent requests, 6 endpoints, pure stdlib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74136"/>
            <a:ext cx="11430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74136"/>
            <a:ext cx="10972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1985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0390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Federal APIs + disk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511296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FRED, BLS, BEA, Census, NewsData.io — date-keyed cache for reproducibility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98264"/>
            <a:ext cx="11430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398264"/>
            <a:ext cx="10972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4398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AI/LLM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280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Claude Haiku (claude-haiku-4-5)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53542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NAICS resolution · NL→parameter extraction · grounded recommendation generation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422392"/>
            <a:ext cx="11430000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422392"/>
            <a:ext cx="10972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4681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Forecasting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52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statsmodels + pmdarima ARIMA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559552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</a:rPr>
              <a:t>Auto-order selection · 12-month revenue &amp; margin projections per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WHAT WE'RE PROUD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Addressing a real gap — not a toy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We looked at the state of the art: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7432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Anaplan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7432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745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Marketplace 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828800"/>
            <a:ext cx="27432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PharmaComp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Live macro-economic data — not static assumptions. CPI, unemployment, GDP updated in real time.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Hyper-local market context — NAICS + MSA resolution means a Dallas bakery gets Dallas data, not national averages.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Natural language input — describe your decision in plain English; the LLM extracts the simulation parameters.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Explainable output — every result includes the underlying delta numbers, a confidence score, and a 2-sentence verdict.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Graceful degradation — all LLM calls fail silently; the simulation still runs on pure economic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Turning ambition into a working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Scope vs.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We designed a full product — multi-tenant, persistent digital twins, scenario branching. Scoping it to a compelling hackathon POC without gutting the architecture was the hardest call we made.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1143000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974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Cross-expertise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Four people, four layers: frontend, ML pipeline, simulation engine, and LLM layer. Each component worked in isolation. Making them speak the same data contract — IP1/IP2 JSON — required constant re-alignment.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1143000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233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Live API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348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Five federal APIs, each with different rate limits, response formats, and occasional outages. We built a date-keyed disk cache so a single bad API call never kills a full simulation run.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03520"/>
            <a:ext cx="1143000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303520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LLM + deterministic 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607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Claude Haiku drives context resolution and recommendations, but the financial simulation must be deterministic. Keeping the boundary clean — LLM enriches, engine computes — was a deliberate architectural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TwinTrack v2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486400" cy="173736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09728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Educational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Onboarding wizard for new businesses — guided setup with industry benchmarks and starter financial templates.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03120"/>
            <a:ext cx="5486400" cy="173736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109728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Richer Financial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51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Move beyond common market assumptions. Incorporate seasonal demand curves, regional wage data, and sector-specific cost structures.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486400" cy="173736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109728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API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Expand data ingestion to World Bank, local property indexes, and social media sentiment. Increase simulation resolution from monthly to weekly.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5486400" cy="173736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114800"/>
            <a:ext cx="109728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Multi-scenario Branching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663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Run multiple experiments in parallel — compare 3 pricing strategies simultaneously, not just control vs. one experiment.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2A"/>
                </a:solidFill>
              </a:rPr>
              <a:t>Built at WEHack UTD · Capital One Track ·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