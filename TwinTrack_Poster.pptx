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0" cy="502920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21945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FFFFFF"/>
                </a:solidFill>
              </a:rPr>
              <a:t>TwinTrack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737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90E0EF"/>
                </a:solidFill>
              </a:rPr>
              <a:t>Digital Twin Economic Simulator for Small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737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44556E"/>
                </a:solidFill>
              </a:rPr>
              <a:t>WEHack UTD  ·  Capital One Track  ·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69280"/>
            <a:ext cx="9875520" cy="7772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669280"/>
            <a:ext cx="182880" cy="7772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6751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Small businesses have no risk-free
environment to test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84124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Pricing, expansion, audience shifts — all carry real financial risk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Enterprise simulators cost 6-figures and take months to deploy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Owners rely on gut instinct instead of data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One bad decision can end a small business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0" y="5669280"/>
            <a:ext cx="10332720" cy="7772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5680" y="5669280"/>
            <a:ext cx="182880" cy="7772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5852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6751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Register. Simulate. Decide.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7772400"/>
            <a:ext cx="9784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Register your business as a Digital Twin — financials, costs, sales profile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Pick a use case: Pricing · Audience · Franchise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Describe your decision in plain English — LLM extracts the parameters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Run the engine — get OP1 (control) vs OP2 (experiment) with full breakdown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90E0EF"/>
                </a:solidFill>
              </a:rPr>
              <a:t>• Read the verdict — revenue delta, margin impact, confidence score,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081760"/>
            <a:ext cx="2011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4904720"/>
            <a:ext cx="21031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5179040"/>
            <a:ext cx="4846320" cy="6400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5179040"/>
            <a:ext cx="4846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5453359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01
Data
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75564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FRED · BLS · BEA
Census · NewsData
Date-keyed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177393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15179040"/>
            <a:ext cx="4846320" cy="6400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0" y="15179040"/>
            <a:ext cx="4846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15453359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02
Market
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175564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NAICS + MSA via
Claude Haiku
CPI elasticity · ARIMA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177393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0" y="15179040"/>
            <a:ext cx="4846320" cy="6400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0" y="15179040"/>
            <a:ext cx="4846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15453359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03
Simulation
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175564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IP1 vs IP2
Fixed/variable split
Franchise amortization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0" y="177393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30600" y="15179040"/>
            <a:ext cx="4846320" cy="6400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230600" y="15179040"/>
            <a:ext cx="4846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13480" y="15453359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04
Results
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13480" y="175564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Revenue &amp; margin delta
Confidence score
Plain-English verdict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1762720"/>
            <a:ext cx="9875520" cy="10058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21762720"/>
            <a:ext cx="182880" cy="10058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21945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TECH STACK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22951440"/>
            <a:ext cx="923544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23042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23591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React 19 + Vite 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24597360"/>
            <a:ext cx="923544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2468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25237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Python ThreadingHTTPServer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26243280"/>
            <a:ext cx="923544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2633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26883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5 Federal APIs + disk cache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27889200"/>
            <a:ext cx="923544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27980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AI / LLM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28529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Claude Haiku (Anthropic)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29535120"/>
            <a:ext cx="923544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29626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Forecasting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30175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statsmodels ARIMA + pmdarima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80" y="21762720"/>
            <a:ext cx="10332720" cy="100584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155680" y="21762720"/>
            <a:ext cx="182880" cy="10058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521440" y="21945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WHY TWINTRACK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0" y="22860000"/>
            <a:ext cx="9784080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90E0EF"/>
                </a:solidFill>
              </a:rPr>
              <a:t>• Live macro data — not static assumptions (CPI, GDP, unemployment updated in real time)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90E0EF"/>
                </a:solidFill>
              </a:rPr>
              <a:t>• Hyper-local context — Dallas bakery gets Dallas data, not a national average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90E0EF"/>
                </a:solidFill>
              </a:rPr>
              <a:t>• Natural language input — describe the decision, LLM extracts simulation parameters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90E0EF"/>
                </a:solidFill>
              </a:rPr>
              <a:t>• Explainable output — delta numbers + confidence score + plain-English verdict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90E0EF"/>
                </a:solidFill>
              </a:rPr>
              <a:t>• Graceful degradation — LLM calls fail silently; simulation still runs on pure econ 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31821119"/>
            <a:ext cx="2194560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0" y="32049719"/>
            <a:ext cx="2194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TwinTrack  ·  WEHack UTD  ·  Capital One Track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